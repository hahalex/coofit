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3" r:id="rId3"/>
    <p:sldId id="264" r:id="rId4"/>
    <p:sldId id="265" r:id="rId5"/>
    <p:sldId id="266" r:id="rId6"/>
    <p:sldId id="267" r:id="rId7"/>
    <p:sldId id="26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D36599-1126-D956-700C-D7785E656A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BA38856-79BA-BBD0-747D-B58777F0B2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40AD1F4-9838-F99A-7647-0B098E9C4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0C933-7643-4BDE-BAFA-064E7AFCB2EC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2BF758E-6D02-431F-B073-62BF4B461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37A7F45-FC19-B1CE-C771-81506D22B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95D2D-4EA1-43A0-981E-E241E5F85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9522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024F6ED-B913-7421-ED71-F881AFFEB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715AE9F-8380-874B-F396-C3E1FE466C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B2EAA44-8FFC-DC4A-CD41-845B3B770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0C933-7643-4BDE-BAFA-064E7AFCB2EC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A9C0664-A6E5-9DAE-0F30-FEA801061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74A4E2C-F45B-AB47-A29A-006CC35DF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95D2D-4EA1-43A0-981E-E241E5F85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2623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5198D3-A5BE-AA66-C9F9-0F55B78ACA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C1FA060-D954-530F-6A42-F7FF5D00E6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B01FA75-802E-A05E-1DB7-852BA505E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0C933-7643-4BDE-BAFA-064E7AFCB2EC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6B87EE6-1437-C581-50B4-8C81169D8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851ED4B-7E22-EB23-37F2-1E06495BC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95D2D-4EA1-43A0-981E-E241E5F85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1778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D24868-B7DF-F38F-F5A0-450ECB4BD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788E0F6-8A3E-8A01-D3B6-6DA104D51F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667C425-71A7-E7E2-45B3-6DB70461D0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9C7C639-8BB8-14F5-357C-38252CFAA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0C933-7643-4BDE-BAFA-064E7AFCB2EC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20CF5AB-E1FA-4A38-7F95-E48728CD2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0FFB1EA-C0DB-C8A6-283E-1FC402B4A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95D2D-4EA1-43A0-981E-E241E5F85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6087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C3769D-A17A-C67E-4403-B93931BE2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125405B-5D73-A8AE-3070-154B6A9420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77082DB-08B8-A303-5AFB-CE3D922E7B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154E2AD-6B81-CE82-6DE0-772D807C78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16D177CF-624A-866F-A569-AD317A5E42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5BF8ACD3-1FCB-2A8F-B3AE-8A0F79DFB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0C933-7643-4BDE-BAFA-064E7AFCB2EC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2CBFCCE-89BB-2B14-CE45-BC24F7B22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7AC11C31-A9A8-7823-EA55-CED4B5A9D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95D2D-4EA1-43A0-981E-E241E5F85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5866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CC0DA2-5CFA-F0E3-DBAE-2F1006082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1886F76-911E-F306-B880-2538F82FC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0C933-7643-4BDE-BAFA-064E7AFCB2EC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E6BD865-1D5D-4DDC-AFAA-BBFEA7708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2FCCA09-1406-553C-029A-B16EDFB94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95D2D-4EA1-43A0-981E-E241E5F85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807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2F1653B6-8A6D-E043-8708-AB4C30EAA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0C933-7643-4BDE-BAFA-064E7AFCB2EC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7290025-34CF-FE14-D36A-655364F70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51C4858-83A6-AC64-26C4-9B24239FF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95D2D-4EA1-43A0-981E-E241E5F85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7284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845E96-53DB-1234-7C13-A55ECB237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E87F3A8-B1BE-CF72-52D9-C9F858FA30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5B61054-056C-88B5-F252-F199C19FA5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EE87CAD-7272-7C0C-20FB-A4446AF78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0C933-7643-4BDE-BAFA-064E7AFCB2EC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423A3AC-7EE4-12FE-4615-C55E92FDB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37F4F70-FD47-EDDF-8770-81336903D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95D2D-4EA1-43A0-981E-E241E5F85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6300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695ADB-E83C-88F9-7E02-73753E665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279991B0-0225-4D6B-7EE5-892237D4D9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22486D7-5028-4261-1571-D8500E0189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3B187B3-C843-C8A3-89F6-FCAAAAB84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0C933-7643-4BDE-BAFA-064E7AFCB2EC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873A9B0-7F88-D767-970E-E5AEEF3DC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DD911F9-CAB2-6CCA-499C-7AE428153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95D2D-4EA1-43A0-981E-E241E5F85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5340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3B31F2-5F8D-15F2-FABB-4A46F592D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18FC65B-95AE-6FB5-89DE-A5BAC2DE7C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CEFEA02-C4A9-E87E-DD1B-70356FF0B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0C933-7643-4BDE-BAFA-064E7AFCB2EC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D9A1190-A581-CD6A-A160-444405CA4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D66A65B-C49E-51AF-059D-28335A72F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95D2D-4EA1-43A0-981E-E241E5F85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154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A45632BC-BBD1-CA26-D6ED-460197A09E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B546A4E-4CB9-AF32-6444-67E2B686EE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2632947-7107-1209-679E-F94A09A20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0C933-7643-4BDE-BAFA-064E7AFCB2EC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CE48FDD-F34C-56D8-2B83-F5F5A9F6B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6C5284E-F6F4-669E-3B9E-5DF012A6D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95D2D-4EA1-43A0-981E-E241E5F85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9894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55A959-A93B-84E2-4322-26574C247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5415198-8DEB-2F90-7421-E866C32F2E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03912D7-ACF0-5253-F27A-D41857CAFE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B0C933-7643-4BDE-BAFA-064E7AFCB2EC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AEBA182-578C-317D-AD17-6BBBDD4F6F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702A3EA-B27E-0D00-88B0-08DD709985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C95D2D-4EA1-43A0-981E-E241E5F85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6149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D586399-AF5F-1036-D0C5-70A6D5608ADC}"/>
              </a:ext>
            </a:extLst>
          </p:cNvPr>
          <p:cNvSpPr txBox="1"/>
          <p:nvPr/>
        </p:nvSpPr>
        <p:spPr>
          <a:xfrm>
            <a:off x="420624" y="493776"/>
            <a:ext cx="366674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Страница</a:t>
            </a:r>
            <a:r>
              <a:rPr lang="en-US" b="1" dirty="0"/>
              <a:t> </a:t>
            </a:r>
            <a:r>
              <a:rPr lang="en-US" b="1" dirty="0" err="1"/>
              <a:t>регистрации</a:t>
            </a:r>
            <a:r>
              <a:rPr lang="en-US" b="1" dirty="0"/>
              <a:t> (Sign Up</a:t>
            </a:r>
            <a:r>
              <a:rPr lang="ru-RU" b="1" dirty="0"/>
              <a:t>)</a:t>
            </a:r>
            <a:endParaRPr lang="en-US" sz="1400" dirty="0"/>
          </a:p>
          <a:p>
            <a:pPr lvl="0"/>
            <a:r>
              <a:rPr lang="ru-RU" dirty="0"/>
              <a:t>1. </a:t>
            </a:r>
            <a:r>
              <a:rPr lang="en-US" dirty="0" err="1"/>
              <a:t>Придумайте</a:t>
            </a:r>
            <a:r>
              <a:rPr lang="en-US" dirty="0"/>
              <a:t> и </a:t>
            </a:r>
            <a:r>
              <a:rPr lang="en-US" dirty="0" err="1"/>
              <a:t>введите</a:t>
            </a:r>
            <a:r>
              <a:rPr lang="ru-RU" dirty="0"/>
              <a:t> </a:t>
            </a:r>
            <a:r>
              <a:rPr lang="en-US" dirty="0"/>
              <a:t>Username.</a:t>
            </a:r>
            <a:endParaRPr lang="en-US" sz="1400" dirty="0"/>
          </a:p>
          <a:p>
            <a:pPr marL="742950" lvl="1" indent="-285750">
              <a:buFontTx/>
              <a:buChar char="-"/>
            </a:pP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более</a:t>
            </a:r>
            <a:r>
              <a:rPr lang="en-US" dirty="0"/>
              <a:t> 20 </a:t>
            </a:r>
            <a:r>
              <a:rPr lang="en-US" dirty="0" err="1"/>
              <a:t>символов</a:t>
            </a:r>
            <a:endParaRPr lang="ru-RU" sz="1400" dirty="0"/>
          </a:p>
          <a:p>
            <a:pPr marL="742950" lvl="1" indent="-285750">
              <a:buFontTx/>
              <a:buChar char="-"/>
            </a:pPr>
            <a:r>
              <a:rPr lang="ru-RU" dirty="0"/>
              <a:t>Только латинские буквы и нижнее подчёркивание</a:t>
            </a:r>
            <a:endParaRPr lang="en-US" sz="1400" dirty="0"/>
          </a:p>
          <a:p>
            <a:pPr lvl="0"/>
            <a:r>
              <a:rPr lang="ru-RU" dirty="0"/>
              <a:t>2. </a:t>
            </a:r>
            <a:r>
              <a:rPr lang="en-US" dirty="0" err="1"/>
              <a:t>Введите</a:t>
            </a:r>
            <a:r>
              <a:rPr lang="en-US" dirty="0"/>
              <a:t> </a:t>
            </a:r>
            <a:r>
              <a:rPr lang="en-US" dirty="0" err="1"/>
              <a:t>ваш</a:t>
            </a:r>
            <a:r>
              <a:rPr lang="en-US" dirty="0"/>
              <a:t> email.</a:t>
            </a:r>
            <a:endParaRPr lang="en-US" sz="1400" dirty="0"/>
          </a:p>
          <a:p>
            <a:pPr lvl="0"/>
            <a:r>
              <a:rPr lang="ru-RU" dirty="0"/>
              <a:t>3. Придумайте пароль длиной не менее 6 символов.</a:t>
            </a:r>
            <a:endParaRPr lang="en-US" sz="1400" dirty="0"/>
          </a:p>
          <a:p>
            <a:pPr lvl="0"/>
            <a:r>
              <a:rPr lang="ru-RU" dirty="0"/>
              <a:t>4. Нажмите кнопку </a:t>
            </a:r>
            <a:r>
              <a:rPr lang="en-US" dirty="0"/>
              <a:t>Sign Up</a:t>
            </a:r>
            <a:r>
              <a:rPr lang="ru-RU" dirty="0"/>
              <a:t>, чтобы создать аккаунт.</a:t>
            </a:r>
            <a:endParaRPr lang="en-US" sz="1400" dirty="0"/>
          </a:p>
          <a:p>
            <a:endParaRPr lang="en-US" dirty="0"/>
          </a:p>
        </p:txBody>
      </p:sp>
      <p:pic>
        <p:nvPicPr>
          <p:cNvPr id="6" name="Рисунок 5" descr="Изображение выглядит как текст, снимок экрана, Шрифт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9BDC3BC-2CF4-A922-59EB-988417B3E0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4510" y="137160"/>
            <a:ext cx="2765146" cy="6144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25031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0607E-7FFE-A6B4-2FF6-F050319616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D1F6277-1D33-A4AB-C5BF-E7B153AE9818}"/>
              </a:ext>
            </a:extLst>
          </p:cNvPr>
          <p:cNvSpPr txBox="1"/>
          <p:nvPr/>
        </p:nvSpPr>
        <p:spPr>
          <a:xfrm>
            <a:off x="420624" y="493776"/>
            <a:ext cx="366674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Страница</a:t>
            </a:r>
            <a:r>
              <a:rPr lang="en-US" b="1" dirty="0"/>
              <a:t> </a:t>
            </a:r>
            <a:r>
              <a:rPr lang="en-US" b="1" dirty="0" err="1"/>
              <a:t>входа</a:t>
            </a:r>
            <a:r>
              <a:rPr lang="en-US" b="1" dirty="0"/>
              <a:t> (Sign In)</a:t>
            </a:r>
            <a:endParaRPr lang="en-US" dirty="0"/>
          </a:p>
          <a:p>
            <a:pPr lvl="0"/>
            <a:r>
              <a:rPr lang="ru-RU" dirty="0"/>
              <a:t>1. Введите ваш </a:t>
            </a:r>
            <a:r>
              <a:rPr lang="en-US" b="1" dirty="0"/>
              <a:t>email</a:t>
            </a:r>
            <a:r>
              <a:rPr lang="ru-RU" dirty="0"/>
              <a:t> или </a:t>
            </a:r>
            <a:r>
              <a:rPr lang="en-US" b="1" dirty="0"/>
              <a:t>username</a:t>
            </a:r>
            <a:r>
              <a:rPr lang="ru-RU" dirty="0"/>
              <a:t>.</a:t>
            </a:r>
            <a:endParaRPr lang="en-US" dirty="0"/>
          </a:p>
          <a:p>
            <a:pPr lvl="0"/>
            <a:r>
              <a:rPr lang="ru-RU" dirty="0"/>
              <a:t>2. </a:t>
            </a:r>
            <a:r>
              <a:rPr lang="en-US" dirty="0" err="1"/>
              <a:t>Введите</a:t>
            </a:r>
            <a:r>
              <a:rPr lang="en-US" dirty="0"/>
              <a:t> </a:t>
            </a:r>
            <a:r>
              <a:rPr lang="en-US" b="1" dirty="0" err="1"/>
              <a:t>пароль</a:t>
            </a:r>
            <a:r>
              <a:rPr lang="en-US" dirty="0"/>
              <a:t>.</a:t>
            </a:r>
          </a:p>
          <a:p>
            <a:pPr lvl="0"/>
            <a:r>
              <a:rPr lang="ru-RU" dirty="0"/>
              <a:t>3. Нажмите </a:t>
            </a:r>
            <a:r>
              <a:rPr lang="en-US" b="1" dirty="0"/>
              <a:t>Log In</a:t>
            </a:r>
            <a:r>
              <a:rPr lang="ru-RU" dirty="0"/>
              <a:t> для входа в приложение.</a:t>
            </a:r>
            <a:endParaRPr lang="en-US" dirty="0"/>
          </a:p>
          <a:p>
            <a:pPr lvl="0"/>
            <a:r>
              <a:rPr lang="ru-RU" dirty="0"/>
              <a:t>4. При возникновении ошибки убедитесь, что логин/пароль введены корректно.</a:t>
            </a:r>
            <a:endParaRPr lang="en-US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5C47BD0-1F06-BB89-32DE-EE38221FDF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04510" y="137160"/>
            <a:ext cx="2765145" cy="6144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56146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044ECF-3DFE-E313-4933-D60183EFA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686D15C-BCBA-C932-1B0F-3805C2A56B8D}"/>
              </a:ext>
            </a:extLst>
          </p:cNvPr>
          <p:cNvSpPr txBox="1"/>
          <p:nvPr/>
        </p:nvSpPr>
        <p:spPr>
          <a:xfrm>
            <a:off x="420624" y="493776"/>
            <a:ext cx="366674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Главная страница (Home Page)</a:t>
            </a:r>
          </a:p>
          <a:p>
            <a:pPr marL="342900" indent="-342900">
              <a:buAutoNum type="arabicPeriod"/>
            </a:pPr>
            <a:r>
              <a:rPr lang="ru-RU" dirty="0"/>
              <a:t>На странице отображаются ваши упражнения из тренировок на текущий день недели.</a:t>
            </a:r>
          </a:p>
          <a:p>
            <a:pPr marL="342900" indent="-342900">
              <a:buAutoNum type="arabicPeriod"/>
            </a:pPr>
            <a:r>
              <a:rPr lang="ru-RU" dirty="0"/>
              <a:t>Также есть таймер, который можно использовать при необходимости.</a:t>
            </a:r>
          </a:p>
          <a:p>
            <a:pPr marL="342900" indent="-342900">
              <a:buAutoNum type="arabicPeriod"/>
            </a:pPr>
            <a:r>
              <a:rPr lang="ru-RU" dirty="0"/>
              <a:t>Вы можете перейти в нужный раздел, используя нижнюю панель навигации:</a:t>
            </a:r>
          </a:p>
          <a:p>
            <a:pPr lvl="1"/>
            <a:r>
              <a:rPr lang="ru-RU" b="1" dirty="0" err="1"/>
              <a:t>Workouts</a:t>
            </a:r>
            <a:r>
              <a:rPr lang="ru-RU" dirty="0"/>
              <a:t> — тренировки</a:t>
            </a:r>
          </a:p>
          <a:p>
            <a:pPr lvl="1"/>
            <a:r>
              <a:rPr lang="ru-RU" b="1" dirty="0"/>
              <a:t>Food</a:t>
            </a:r>
            <a:r>
              <a:rPr lang="ru-RU" dirty="0"/>
              <a:t> — калории и вода</a:t>
            </a:r>
          </a:p>
          <a:p>
            <a:pPr lvl="1"/>
            <a:r>
              <a:rPr lang="ru-RU" b="1" dirty="0" err="1"/>
              <a:t>Steps</a:t>
            </a:r>
            <a:r>
              <a:rPr lang="ru-RU" dirty="0"/>
              <a:t> — шагомер</a:t>
            </a:r>
          </a:p>
          <a:p>
            <a:pPr lvl="1"/>
            <a:r>
              <a:rPr lang="ru-RU" b="1" dirty="0"/>
              <a:t>Profile</a:t>
            </a:r>
            <a:r>
              <a:rPr lang="ru-RU" dirty="0"/>
              <a:t> — профиль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BB1E98B-30E9-FC00-705A-033CF3ADE0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04510" y="137161"/>
            <a:ext cx="2765145" cy="6144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20692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076E8D-7B09-419F-3851-189D76CF8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5DD62AD-5B7D-4D68-0415-E69747E28542}"/>
              </a:ext>
            </a:extLst>
          </p:cNvPr>
          <p:cNvSpPr txBox="1"/>
          <p:nvPr/>
        </p:nvSpPr>
        <p:spPr>
          <a:xfrm>
            <a:off x="420624" y="493776"/>
            <a:ext cx="5001768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Страница тренировок (</a:t>
            </a:r>
            <a:r>
              <a:rPr lang="ru-RU" b="1" dirty="0" err="1"/>
              <a:t>Workouts</a:t>
            </a:r>
            <a:r>
              <a:rPr lang="ru-RU" b="1" dirty="0"/>
              <a:t> Page)</a:t>
            </a:r>
          </a:p>
          <a:p>
            <a:pPr marL="342900" indent="-342900">
              <a:buAutoNum type="arabicPeriod"/>
            </a:pPr>
            <a:r>
              <a:rPr lang="ru-RU" dirty="0"/>
              <a:t>На экране отображается список всех ваших тренировок.</a:t>
            </a:r>
          </a:p>
          <a:p>
            <a:pPr marL="342900" indent="-342900">
              <a:buAutoNum type="arabicPeriod"/>
            </a:pPr>
            <a:r>
              <a:rPr lang="ru-RU" dirty="0"/>
              <a:t>Чтобы создать новую тренировку, нажмите </a:t>
            </a:r>
            <a:r>
              <a:rPr lang="ru-RU" b="1" dirty="0"/>
              <a:t>+ </a:t>
            </a:r>
            <a:r>
              <a:rPr lang="ru-RU" b="1" dirty="0" err="1"/>
              <a:t>Add</a:t>
            </a:r>
            <a:r>
              <a:rPr lang="ru-RU" b="1" dirty="0"/>
              <a:t> </a:t>
            </a:r>
            <a:r>
              <a:rPr lang="ru-RU" b="1" dirty="0" err="1"/>
              <a:t>Workout</a:t>
            </a:r>
            <a:r>
              <a:rPr lang="ru-RU" dirty="0"/>
              <a:t>.</a:t>
            </a:r>
          </a:p>
          <a:p>
            <a:r>
              <a:rPr lang="ru-RU" dirty="0"/>
              <a:t>Введите:</a:t>
            </a:r>
          </a:p>
          <a:p>
            <a:pPr lvl="1"/>
            <a:r>
              <a:rPr lang="ru-RU" dirty="0"/>
              <a:t>Название тренировки</a:t>
            </a:r>
          </a:p>
          <a:p>
            <a:pPr lvl="1"/>
            <a:r>
              <a:rPr lang="ru-RU" dirty="0"/>
              <a:t>Описание (по желанию)</a:t>
            </a:r>
          </a:p>
          <a:p>
            <a:pPr lvl="1"/>
            <a:r>
              <a:rPr lang="ru-RU" dirty="0"/>
              <a:t>День недели</a:t>
            </a:r>
          </a:p>
          <a:p>
            <a:r>
              <a:rPr lang="ru-RU" dirty="0"/>
              <a:t>3. После создания тренировки можно добавлять упражнения:</a:t>
            </a:r>
          </a:p>
          <a:p>
            <a:pPr lvl="1"/>
            <a:r>
              <a:rPr lang="ru-RU" dirty="0"/>
              <a:t>Нажмите на тренировку</a:t>
            </a:r>
          </a:p>
          <a:p>
            <a:pPr lvl="1"/>
            <a:r>
              <a:rPr lang="ru-RU" dirty="0"/>
              <a:t>Нажмите </a:t>
            </a:r>
            <a:r>
              <a:rPr lang="ru-RU" b="1" dirty="0" err="1"/>
              <a:t>Add</a:t>
            </a:r>
            <a:r>
              <a:rPr lang="ru-RU" b="1" dirty="0"/>
              <a:t> </a:t>
            </a:r>
            <a:r>
              <a:rPr lang="ru-RU" b="1" dirty="0" err="1"/>
              <a:t>Exercise</a:t>
            </a:r>
            <a:endParaRPr lang="ru-RU" dirty="0"/>
          </a:p>
          <a:p>
            <a:pPr lvl="1"/>
            <a:r>
              <a:rPr lang="ru-RU" dirty="0"/>
              <a:t>Укажите название и описание упражнения</a:t>
            </a:r>
          </a:p>
          <a:p>
            <a:r>
              <a:rPr lang="ru-RU" dirty="0"/>
              <a:t>4. Вы также можете удалять упражнения нажатием на значок мусорной корзинки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A5D1B9C-7D37-7C6A-7242-7837DC7D80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04510" y="137161"/>
            <a:ext cx="2765144" cy="6144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64151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22E1ED-BED8-C2E9-C767-9D5123AEC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9FE2641-C61C-52D3-BD9A-20EA79CD335B}"/>
              </a:ext>
            </a:extLst>
          </p:cNvPr>
          <p:cNvSpPr txBox="1"/>
          <p:nvPr/>
        </p:nvSpPr>
        <p:spPr>
          <a:xfrm>
            <a:off x="420624" y="493776"/>
            <a:ext cx="5001768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Страница шагометра (</a:t>
            </a:r>
            <a:r>
              <a:rPr lang="ru-RU" b="1" dirty="0" err="1"/>
              <a:t>Steps</a:t>
            </a:r>
            <a:r>
              <a:rPr lang="ru-RU" b="1" dirty="0"/>
              <a:t> Page)</a:t>
            </a:r>
          </a:p>
          <a:p>
            <a:r>
              <a:rPr lang="ru-RU" dirty="0"/>
              <a:t>1. Страница автоматически подсчитывает ваши шаги через датчик движения телефона.</a:t>
            </a:r>
          </a:p>
          <a:p>
            <a:r>
              <a:rPr lang="ru-RU" dirty="0"/>
              <a:t>2. В верхней части отображаются:</a:t>
            </a:r>
          </a:p>
          <a:p>
            <a:pPr lvl="1"/>
            <a:r>
              <a:rPr lang="ru-RU" dirty="0"/>
              <a:t>Текущие шаги за день</a:t>
            </a:r>
          </a:p>
          <a:p>
            <a:pPr lvl="1"/>
            <a:r>
              <a:rPr lang="ru-RU" dirty="0"/>
              <a:t>Цель по шагам</a:t>
            </a:r>
          </a:p>
          <a:p>
            <a:r>
              <a:rPr lang="ru-RU" dirty="0"/>
              <a:t>Каждый новый день счётчик сбрасывается.</a:t>
            </a:r>
          </a:p>
          <a:p>
            <a:r>
              <a:rPr lang="ru-RU" dirty="0"/>
              <a:t>Вы можете изменить цель по шагам в </a:t>
            </a:r>
            <a:r>
              <a:rPr lang="ru-RU" b="1" dirty="0"/>
              <a:t>профиле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3. В нижней части показывается погода на улице и карта вашей местности. Вы можете выбрать две точки на карте и увидеть сколько между ними километров. Так вы можете закрывать свою норму по шагам.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71FDE08-8ED6-83A4-86A2-F5F6B8F686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04510" y="137162"/>
            <a:ext cx="2765144" cy="6144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83748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837717-03A0-D481-F398-22371D6AF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0939976-9BA7-2D54-A38D-B044F520A0BA}"/>
              </a:ext>
            </a:extLst>
          </p:cNvPr>
          <p:cNvSpPr txBox="1"/>
          <p:nvPr/>
        </p:nvSpPr>
        <p:spPr>
          <a:xfrm>
            <a:off x="420624" y="493776"/>
            <a:ext cx="500176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Страница профиля (Profile Page)</a:t>
            </a:r>
          </a:p>
          <a:p>
            <a:r>
              <a:rPr lang="ru-RU" dirty="0"/>
              <a:t>1. Здесь отображаются ваши данные:</a:t>
            </a:r>
          </a:p>
          <a:p>
            <a:pPr lvl="1"/>
            <a:r>
              <a:rPr lang="ru-RU" dirty="0"/>
              <a:t>Рост</a:t>
            </a:r>
          </a:p>
          <a:p>
            <a:pPr lvl="1"/>
            <a:r>
              <a:rPr lang="ru-RU" dirty="0"/>
              <a:t>Вес</a:t>
            </a:r>
          </a:p>
          <a:p>
            <a:pPr lvl="1"/>
            <a:r>
              <a:rPr lang="ru-RU" dirty="0"/>
              <a:t>Суточная норма калорий</a:t>
            </a:r>
          </a:p>
          <a:p>
            <a:pPr lvl="1"/>
            <a:r>
              <a:rPr lang="ru-RU" dirty="0"/>
              <a:t>Норма воды (стаканов в день)</a:t>
            </a:r>
          </a:p>
          <a:p>
            <a:pPr lvl="1"/>
            <a:r>
              <a:rPr lang="ru-RU" dirty="0"/>
              <a:t>Целевой шаговый план</a:t>
            </a:r>
          </a:p>
          <a:p>
            <a:r>
              <a:rPr lang="ru-RU" dirty="0"/>
              <a:t>2. Чтобы изменить данные, нажмите на </a:t>
            </a:r>
            <a:r>
              <a:rPr lang="ru-RU" dirty="0" err="1"/>
              <a:t>небходимый</a:t>
            </a:r>
            <a:r>
              <a:rPr lang="ru-RU" dirty="0"/>
              <a:t> показатель. Затем введите новые значения и сохраните изменения.</a:t>
            </a:r>
          </a:p>
          <a:p>
            <a:r>
              <a:rPr lang="ru-RU" dirty="0"/>
              <a:t>3. Целевые значения используются на страницах Food и </a:t>
            </a:r>
            <a:r>
              <a:rPr lang="ru-RU" dirty="0" err="1"/>
              <a:t>Steps</a:t>
            </a:r>
            <a:r>
              <a:rPr lang="ru-RU" dirty="0"/>
              <a:t>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4E8F009-A883-7981-5A34-59B77BB056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04510" y="137162"/>
            <a:ext cx="2765143" cy="6144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3372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126B20-5610-1EF1-E6B4-014807E24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3179DFC-D06A-A5B8-77CC-2172EBD7AA82}"/>
              </a:ext>
            </a:extLst>
          </p:cNvPr>
          <p:cNvSpPr txBox="1"/>
          <p:nvPr/>
        </p:nvSpPr>
        <p:spPr>
          <a:xfrm>
            <a:off x="420624" y="493776"/>
            <a:ext cx="500176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Страница еды и воды (Food Page)</a:t>
            </a:r>
          </a:p>
          <a:p>
            <a:r>
              <a:rPr lang="ru-RU" dirty="0"/>
              <a:t>1. В верхней части отображается </a:t>
            </a:r>
            <a:r>
              <a:rPr lang="ru-RU" b="1" dirty="0"/>
              <a:t>текущее количество калорий за день</a:t>
            </a:r>
            <a:r>
              <a:rPr lang="ru-RU" dirty="0"/>
              <a:t>.</a:t>
            </a:r>
          </a:p>
          <a:p>
            <a:r>
              <a:rPr lang="ru-RU" dirty="0"/>
              <a:t>Под ним отображается ваша </a:t>
            </a:r>
            <a:r>
              <a:rPr lang="ru-RU" b="1" dirty="0"/>
              <a:t>цель по калориям</a:t>
            </a:r>
            <a:r>
              <a:rPr lang="ru-RU" dirty="0"/>
              <a:t> (</a:t>
            </a:r>
            <a:r>
              <a:rPr lang="ru-RU" dirty="0" err="1"/>
              <a:t>Goal</a:t>
            </a:r>
            <a:r>
              <a:rPr lang="ru-RU" dirty="0"/>
              <a:t>), взятая из профиля.</a:t>
            </a:r>
          </a:p>
          <a:p>
            <a:r>
              <a:rPr lang="ru-RU" dirty="0"/>
              <a:t>3. Рядом расположены кнопки:</a:t>
            </a:r>
          </a:p>
          <a:p>
            <a:pPr lvl="1"/>
            <a:r>
              <a:rPr lang="ru-RU" b="1" dirty="0"/>
              <a:t>–</a:t>
            </a:r>
            <a:r>
              <a:rPr lang="ru-RU" dirty="0"/>
              <a:t> уменьшить калории</a:t>
            </a:r>
          </a:p>
          <a:p>
            <a:pPr lvl="1"/>
            <a:r>
              <a:rPr lang="ru-RU" b="1" dirty="0"/>
              <a:t>+</a:t>
            </a:r>
            <a:r>
              <a:rPr lang="ru-RU" dirty="0"/>
              <a:t> увеличить калории</a:t>
            </a:r>
          </a:p>
          <a:p>
            <a:r>
              <a:rPr lang="ru-RU" dirty="0"/>
              <a:t>При нажатии на + или – появится окно ввода.</a:t>
            </a:r>
          </a:p>
          <a:p>
            <a:pPr lvl="1"/>
            <a:r>
              <a:rPr lang="ru-RU" dirty="0"/>
              <a:t>Введите число (например, 200)</a:t>
            </a:r>
          </a:p>
          <a:p>
            <a:pPr lvl="1"/>
            <a:r>
              <a:rPr lang="ru-RU" dirty="0"/>
              <a:t>Подтвердите изменение</a:t>
            </a:r>
          </a:p>
          <a:p>
            <a:r>
              <a:rPr lang="ru-RU" dirty="0"/>
              <a:t>4. То же самое работает для воды:</a:t>
            </a:r>
          </a:p>
          <a:p>
            <a:pPr lvl="1"/>
            <a:r>
              <a:rPr lang="ru-RU" dirty="0"/>
              <a:t>Сверху — текущие стаканы воды за день</a:t>
            </a:r>
          </a:p>
          <a:p>
            <a:pPr lvl="1"/>
            <a:r>
              <a:rPr lang="ru-RU" dirty="0"/>
              <a:t>Снизу — дневная цель по воде</a:t>
            </a:r>
          </a:p>
          <a:p>
            <a:r>
              <a:rPr lang="ru-RU" dirty="0"/>
              <a:t>Каждый новый день показатели автоматически сбрасываются на </a:t>
            </a:r>
            <a:r>
              <a:rPr lang="ru-RU" b="1" dirty="0"/>
              <a:t>0</a:t>
            </a:r>
            <a:r>
              <a:rPr lang="ru-RU" dirty="0"/>
              <a:t>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ED27558-998C-2AA0-96F9-167461E891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04510" y="137163"/>
            <a:ext cx="2765143" cy="614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04125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452</Words>
  <Application>Microsoft Office PowerPoint</Application>
  <PresentationFormat>Широкоэкранный</PresentationFormat>
  <Paragraphs>63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hahalex 😘</dc:creator>
  <cp:lastModifiedBy>hahalex 😘</cp:lastModifiedBy>
  <cp:revision>3</cp:revision>
  <dcterms:created xsi:type="dcterms:W3CDTF">2025-11-20T06:02:31Z</dcterms:created>
  <dcterms:modified xsi:type="dcterms:W3CDTF">2025-11-20T06:12:46Z</dcterms:modified>
</cp:coreProperties>
</file>